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Business Proposal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Gotogo Post Courier Services Pvt. Ltd.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Gotogo Post Courier Services Pvt. Ltd. is a fast-growing logistics and courier company focused on providing reliable, efficient, and affordable delivery services across urban and rural regions of India. Our mission is to redefine last-mile delivery using technology, trained staff, and a customer-first approach.</a:t>
            </a:r>
          </a:p>
          <a:p/>
          <a:p>
            <a:r>
              <a:t>We seek to establish strategic partnerships and raise investment to expand operations, build a robust delivery network, and introduce tech-enabled logistics solutions for businesses and individuals.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Company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Company Name: Gotogo Post Courier Services Pvt. Ltd.</a:t>
            </a:r>
          </a:p>
          <a:p>
            <a:r>
              <a:t>Business Type: Private Limited Company</a:t>
            </a:r>
          </a:p>
          <a:p>
            <a:r>
              <a:t>Founded: [Insert Year]</a:t>
            </a:r>
          </a:p>
          <a:p>
            <a:r>
              <a:t>Headquarters: [Insert Location]</a:t>
            </a:r>
          </a:p>
          <a:p>
            <a:r>
              <a:t>Founders/Directors: [Insert Names]</a:t>
            </a:r>
          </a:p>
          <a:p>
            <a:r>
              <a:t>Contact: [Email, Phone, Website]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Vision &amp; Mission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Vision:</a:t>
            </a:r>
          </a:p>
          <a:p>
            <a:r>
              <a:t>To become India's most trusted and tech-enabled courier and logistics company.</a:t>
            </a:r>
          </a:p>
          <a:p/>
          <a:p>
            <a:r>
              <a:t>Mission:</a:t>
            </a:r>
          </a:p>
          <a:p>
            <a:r>
              <a:t>- Provide quick, secure, and economical delivery services.</a:t>
            </a:r>
          </a:p>
          <a:p>
            <a:r>
              <a:t>- Empower small businesses with reliable shipping solutions.</a:t>
            </a:r>
          </a:p>
          <a:p>
            <a:r>
              <a:t>- Expand delivery access to underserved regions.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Services Offered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Same-Day &amp; Next-Day Delivery</a:t>
            </a:r>
          </a:p>
          <a:p>
            <a:r>
              <a:t>- Domestic Parcel Services</a:t>
            </a:r>
          </a:p>
          <a:p>
            <a:r>
              <a:t>- E-commerce Order Fulfillment</a:t>
            </a:r>
          </a:p>
          <a:p>
            <a:r>
              <a:t>- Reverse Logistics</a:t>
            </a:r>
          </a:p>
          <a:p>
            <a:r>
              <a:t>- Document &amp; Package Delivery</a:t>
            </a:r>
          </a:p>
          <a:p>
            <a:r>
              <a:t>- B2B/B2C Courier Solutions</a:t>
            </a:r>
          </a:p>
          <a:p>
            <a:r>
              <a:t>- Real-time Tracking &amp; Customer Support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Indias courier and logistics sector is expected to grow at over 10% CAGR due to rising e-commerce, D2C brands, and increasing demand for express delivery.</a:t>
            </a:r>
          </a:p>
          <a:p/>
          <a:p>
            <a:r>
              <a:t>Target Market:</a:t>
            </a:r>
          </a:p>
          <a:p>
            <a:r>
              <a:t>- E-commerce businesses</a:t>
            </a:r>
          </a:p>
          <a:p>
            <a:r>
              <a:t>- SMEs</a:t>
            </a:r>
          </a:p>
          <a:p>
            <a:r>
              <a:t>- Educational institutions</a:t>
            </a:r>
          </a:p>
          <a:p>
            <a:r>
              <a:t>- Healthcare</a:t>
            </a:r>
          </a:p>
          <a:p>
            <a:r>
              <a:t>- General consumers</a:t>
            </a:r>
          </a:p>
          <a:p/>
          <a:p>
            <a:r>
              <a:t>Competitors:</a:t>
            </a:r>
          </a:p>
          <a:p>
            <a:r>
              <a:t>Delhivery, Blue Dart, DTDC, India Post</a:t>
            </a:r>
          </a:p>
          <a:p/>
          <a:p>
            <a:r>
              <a:t>Opportunity:</a:t>
            </a:r>
          </a:p>
          <a:p>
            <a:r>
              <a:t>Many Tier 2 and Tier 3 cities lack fast and reliable courier partners. Gotogo Post aims to bridge that gap.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 operate through a hybrid model combining company-owned fleet and third-party delivery partners. Our app/portal allows order booking, tracking, and payment, offering a seamless customer experience.</a:t>
            </a:r>
          </a:p>
          <a:p/>
          <a:p>
            <a:r>
              <a:t>Revenue Streams:</a:t>
            </a:r>
          </a:p>
          <a:p>
            <a:r>
              <a:t>- Delivery charges</a:t>
            </a:r>
          </a:p>
          <a:p>
            <a:r>
              <a:t>- Subscription plans for businesses</a:t>
            </a:r>
          </a:p>
          <a:p>
            <a:r>
              <a:t>- Value-added services (insurance, packaging, express delivery)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Marketing &amp; Growth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Digital marketing (SEO, social media, Google Ads)</a:t>
            </a:r>
          </a:p>
          <a:p>
            <a:r>
              <a:t>- Referral &amp; Loyalty programs</a:t>
            </a:r>
          </a:p>
          <a:p>
            <a:r>
              <a:t>- Partnership with local vendors and small businesses</a:t>
            </a:r>
          </a:p>
          <a:p>
            <a:r>
              <a:t>- Corporate tie-ups</a:t>
            </a:r>
          </a:p>
          <a:p>
            <a:r>
              <a:t>- Franchise model for regional growth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Projections (Sample for Year 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Revenue: 1.5 Crores</a:t>
            </a:r>
          </a:p>
          <a:p>
            <a:r>
              <a:t>Operating Costs: 80 Lakhs</a:t>
            </a:r>
          </a:p>
          <a:p>
            <a:r>
              <a:t>Net Profit (Estimated): 40 Lakhs</a:t>
            </a:r>
          </a:p>
          <a:p>
            <a:r>
              <a:t>Break-even Point: Within 12 months</a:t>
            </a:r>
          </a:p>
          <a:p/>
          <a:p>
            <a:r>
              <a:t>*Detailed financials can be appended separately.*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Funding Requirement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 are seeking 50 Lakhs in funding to:</a:t>
            </a:r>
          </a:p>
          <a:p>
            <a:r>
              <a:t>- Expand delivery fleet</a:t>
            </a:r>
          </a:p>
          <a:p>
            <a:r>
              <a:t>- Enhance IT systems (app, backend tracking)</a:t>
            </a:r>
          </a:p>
          <a:p>
            <a:r>
              <a:t>- Open 5 new regional hubs</a:t>
            </a:r>
          </a:p>
          <a:p>
            <a:r>
              <a:t>- Hire and train delivery personnel</a:t>
            </a:r>
          </a:p>
          <a:p>
            <a:r>
              <a:t>- Marketing &amp; outreach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Gotogo Post Courier Services Pvt. Ltd. is poised to capture a strong market share in the Indian courier industry. With the right support, we aim to become a nationwide leader in smart, efficient, and reliable delivery services.</a:t>
            </a:r>
          </a:p>
          <a:p/>
          <a:p>
            <a:r>
              <a:t>We invite investors and partners to join us in revolutionizing logistics for the next billion customers.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